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layfair Display" charset="1" panose="00000500000000000000"/>
      <p:regular r:id="rId18"/>
    </p:embeddedFont>
    <p:embeddedFont>
      <p:font typeface="Public Sans" charset="1" panose="00000000000000000000"/>
      <p:regular r:id="rId19"/>
    </p:embeddedFont>
    <p:embeddedFont>
      <p:font typeface="Public Sans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://www.linkedin.com/in/arikanwd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776200" y="7688621"/>
            <a:ext cx="2483106" cy="1655404"/>
          </a:xfrm>
          <a:custGeom>
            <a:avLst/>
            <a:gdLst/>
            <a:ahLst/>
            <a:cxnLst/>
            <a:rect r="r" b="b" t="t" l="l"/>
            <a:pathLst>
              <a:path h="1655404" w="2483106">
                <a:moveTo>
                  <a:pt x="0" y="0"/>
                </a:moveTo>
                <a:lnTo>
                  <a:pt x="2483106" y="0"/>
                </a:lnTo>
                <a:lnTo>
                  <a:pt x="2483106" y="1655404"/>
                </a:lnTo>
                <a:lnTo>
                  <a:pt x="0" y="16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0974" y="1578684"/>
            <a:ext cx="16408332" cy="283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8000" spc="4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Analysis Of Salary Prediction Based on Work Experience Using Random Forest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264863"/>
            <a:ext cx="7862435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SUPERVISED - MECHINE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73064" y="3206042"/>
            <a:ext cx="3031338" cy="3326572"/>
          </a:xfrm>
          <a:custGeom>
            <a:avLst/>
            <a:gdLst/>
            <a:ahLst/>
            <a:cxnLst/>
            <a:rect r="r" b="b" t="t" l="l"/>
            <a:pathLst>
              <a:path h="3326572" w="3031338">
                <a:moveTo>
                  <a:pt x="0" y="0"/>
                </a:moveTo>
                <a:lnTo>
                  <a:pt x="3031338" y="0"/>
                </a:lnTo>
                <a:lnTo>
                  <a:pt x="3031338" y="3326571"/>
                </a:lnTo>
                <a:lnTo>
                  <a:pt x="0" y="3326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52312" y="3047080"/>
            <a:ext cx="3326572" cy="3326572"/>
          </a:xfrm>
          <a:custGeom>
            <a:avLst/>
            <a:gdLst/>
            <a:ahLst/>
            <a:cxnLst/>
            <a:rect r="r" b="b" t="t" l="l"/>
            <a:pathLst>
              <a:path h="3326572" w="3326572">
                <a:moveTo>
                  <a:pt x="0" y="0"/>
                </a:moveTo>
                <a:lnTo>
                  <a:pt x="3326572" y="0"/>
                </a:lnTo>
                <a:lnTo>
                  <a:pt x="3326572" y="3326571"/>
                </a:lnTo>
                <a:lnTo>
                  <a:pt x="0" y="3326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50309" y="2857054"/>
            <a:ext cx="5775384" cy="3118707"/>
          </a:xfrm>
          <a:custGeom>
            <a:avLst/>
            <a:gdLst/>
            <a:ahLst/>
            <a:cxnLst/>
            <a:rect r="r" b="b" t="t" l="l"/>
            <a:pathLst>
              <a:path h="3118707" w="5775384">
                <a:moveTo>
                  <a:pt x="0" y="0"/>
                </a:moveTo>
                <a:lnTo>
                  <a:pt x="5775384" y="0"/>
                </a:lnTo>
                <a:lnTo>
                  <a:pt x="5775384" y="3118707"/>
                </a:lnTo>
                <a:lnTo>
                  <a:pt x="0" y="3118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71227" y="5759980"/>
            <a:ext cx="4333547" cy="2889031"/>
          </a:xfrm>
          <a:custGeom>
            <a:avLst/>
            <a:gdLst/>
            <a:ahLst/>
            <a:cxnLst/>
            <a:rect r="r" b="b" t="t" l="l"/>
            <a:pathLst>
              <a:path h="2889031" w="4333547">
                <a:moveTo>
                  <a:pt x="0" y="0"/>
                </a:moveTo>
                <a:lnTo>
                  <a:pt x="4333547" y="0"/>
                </a:lnTo>
                <a:lnTo>
                  <a:pt x="4333547" y="2889031"/>
                </a:lnTo>
                <a:lnTo>
                  <a:pt x="0" y="2889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36224" y="5230589"/>
            <a:ext cx="4687288" cy="2604049"/>
          </a:xfrm>
          <a:custGeom>
            <a:avLst/>
            <a:gdLst/>
            <a:ahLst/>
            <a:cxnLst/>
            <a:rect r="r" b="b" t="t" l="l"/>
            <a:pathLst>
              <a:path h="2604049" w="4687288">
                <a:moveTo>
                  <a:pt x="0" y="0"/>
                </a:moveTo>
                <a:lnTo>
                  <a:pt x="4687288" y="0"/>
                </a:lnTo>
                <a:lnTo>
                  <a:pt x="4687288" y="2604049"/>
                </a:lnTo>
                <a:lnTo>
                  <a:pt x="0" y="2604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76980" y="6459376"/>
            <a:ext cx="5605777" cy="2798924"/>
          </a:xfrm>
          <a:custGeom>
            <a:avLst/>
            <a:gdLst/>
            <a:ahLst/>
            <a:cxnLst/>
            <a:rect r="r" b="b" t="t" l="l"/>
            <a:pathLst>
              <a:path h="2798924" w="5605777">
                <a:moveTo>
                  <a:pt x="0" y="0"/>
                </a:moveTo>
                <a:lnTo>
                  <a:pt x="5605776" y="0"/>
                </a:lnTo>
                <a:lnTo>
                  <a:pt x="5605776" y="2798924"/>
                </a:lnTo>
                <a:lnTo>
                  <a:pt x="0" y="27989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71550"/>
            <a:ext cx="9509685" cy="97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TOOLS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OUTLINE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7877184" cy="38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Impor library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Exploratory Data Analysis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Data Preparation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Splitting the data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Random Forest Regression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Evaluasi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122000" y="3374262"/>
            <a:ext cx="10043999" cy="3538477"/>
          </a:xfrm>
          <a:custGeom>
            <a:avLst/>
            <a:gdLst/>
            <a:ahLst/>
            <a:cxnLst/>
            <a:rect r="r" b="b" t="t" l="l"/>
            <a:pathLst>
              <a:path h="3538477" w="10043999">
                <a:moveTo>
                  <a:pt x="0" y="0"/>
                </a:moveTo>
                <a:lnTo>
                  <a:pt x="10044000" y="0"/>
                </a:lnTo>
                <a:lnTo>
                  <a:pt x="10044000" y="3538476"/>
                </a:lnTo>
                <a:lnTo>
                  <a:pt x="0" y="3538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IMPORT LIBRARY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50568" y="2330006"/>
            <a:ext cx="9360678" cy="5577213"/>
          </a:xfrm>
          <a:custGeom>
            <a:avLst/>
            <a:gdLst/>
            <a:ahLst/>
            <a:cxnLst/>
            <a:rect r="r" b="b" t="t" l="l"/>
            <a:pathLst>
              <a:path h="5577213" w="9360678">
                <a:moveTo>
                  <a:pt x="0" y="0"/>
                </a:moveTo>
                <a:lnTo>
                  <a:pt x="9360678" y="0"/>
                </a:lnTo>
                <a:lnTo>
                  <a:pt x="9360678" y="5577213"/>
                </a:lnTo>
                <a:lnTo>
                  <a:pt x="0" y="5577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04" t="-1300" r="0" b="-89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EXPLORATORY DATA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96867" y="2139506"/>
            <a:ext cx="6719033" cy="586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higher the work experience, the higher the salary received. This shows a positive correlation between experience and salary.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There are data points that deviate (outliers) from the general pattern, for example one point around 7 years of experience with a salary higher than the general trend.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325375"/>
            <a:ext cx="6248186" cy="2818125"/>
          </a:xfrm>
          <a:custGeom>
            <a:avLst/>
            <a:gdLst/>
            <a:ahLst/>
            <a:cxnLst/>
            <a:rect r="r" b="b" t="t" l="l"/>
            <a:pathLst>
              <a:path h="2818125" w="6248186">
                <a:moveTo>
                  <a:pt x="0" y="0"/>
                </a:moveTo>
                <a:lnTo>
                  <a:pt x="6248186" y="0"/>
                </a:lnTo>
                <a:lnTo>
                  <a:pt x="6248186" y="2818125"/>
                </a:lnTo>
                <a:lnTo>
                  <a:pt x="0" y="2818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876925"/>
            <a:ext cx="4650680" cy="3697936"/>
          </a:xfrm>
          <a:custGeom>
            <a:avLst/>
            <a:gdLst/>
            <a:ahLst/>
            <a:cxnLst/>
            <a:rect r="r" b="b" t="t" l="l"/>
            <a:pathLst>
              <a:path h="3697936" w="4650680">
                <a:moveTo>
                  <a:pt x="0" y="0"/>
                </a:moveTo>
                <a:lnTo>
                  <a:pt x="4650680" y="0"/>
                </a:lnTo>
                <a:lnTo>
                  <a:pt x="4650680" y="3697936"/>
                </a:lnTo>
                <a:lnTo>
                  <a:pt x="0" y="3697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PREPARATION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42535" y="2139506"/>
            <a:ext cx="6719033" cy="126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Data preparation manages duplicate values in data and missing values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879238" y="2216153"/>
            <a:ext cx="4264762" cy="5854695"/>
          </a:xfrm>
          <a:custGeom>
            <a:avLst/>
            <a:gdLst/>
            <a:ahLst/>
            <a:cxnLst/>
            <a:rect r="r" b="b" t="t" l="l"/>
            <a:pathLst>
              <a:path h="5854695" w="4264762">
                <a:moveTo>
                  <a:pt x="0" y="0"/>
                </a:moveTo>
                <a:lnTo>
                  <a:pt x="4264762" y="0"/>
                </a:lnTo>
                <a:lnTo>
                  <a:pt x="4264762" y="5854694"/>
                </a:lnTo>
                <a:lnTo>
                  <a:pt x="0" y="5854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90439" y="2216153"/>
            <a:ext cx="3729105" cy="5854695"/>
          </a:xfrm>
          <a:custGeom>
            <a:avLst/>
            <a:gdLst/>
            <a:ahLst/>
            <a:cxnLst/>
            <a:rect r="r" b="b" t="t" l="l"/>
            <a:pathLst>
              <a:path h="5854695" w="3729105">
                <a:moveTo>
                  <a:pt x="0" y="0"/>
                </a:moveTo>
                <a:lnTo>
                  <a:pt x="3729105" y="0"/>
                </a:lnTo>
                <a:lnTo>
                  <a:pt x="3729105" y="5854694"/>
                </a:lnTo>
                <a:lnTo>
                  <a:pt x="0" y="5854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SPLITTING THE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293" y="2025653"/>
            <a:ext cx="3948554" cy="126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Split data on variabel 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19544" y="2025653"/>
            <a:ext cx="4743363" cy="6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Split data on variabel 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7086597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6871" y="2918241"/>
            <a:ext cx="9027245" cy="3218122"/>
          </a:xfrm>
          <a:custGeom>
            <a:avLst/>
            <a:gdLst/>
            <a:ahLst/>
            <a:cxnLst/>
            <a:rect r="r" b="b" t="t" l="l"/>
            <a:pathLst>
              <a:path h="3218122" w="9027245">
                <a:moveTo>
                  <a:pt x="0" y="0"/>
                </a:moveTo>
                <a:lnTo>
                  <a:pt x="9027245" y="0"/>
                </a:lnTo>
                <a:lnTo>
                  <a:pt x="9027245" y="3218122"/>
                </a:lnTo>
                <a:lnTo>
                  <a:pt x="0" y="3218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RANDOM FOREST REGRESSION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7086597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6871" y="2325375"/>
            <a:ext cx="9099265" cy="5766659"/>
          </a:xfrm>
          <a:custGeom>
            <a:avLst/>
            <a:gdLst/>
            <a:ahLst/>
            <a:cxnLst/>
            <a:rect r="r" b="b" t="t" l="l"/>
            <a:pathLst>
              <a:path h="5766659" w="9099265">
                <a:moveTo>
                  <a:pt x="0" y="0"/>
                </a:moveTo>
                <a:lnTo>
                  <a:pt x="9099265" y="0"/>
                </a:lnTo>
                <a:lnTo>
                  <a:pt x="9099265" y="5766659"/>
                </a:lnTo>
                <a:lnTo>
                  <a:pt x="0" y="5766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RANDOM FOREST REGRESSION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25186" y="2134875"/>
            <a:ext cx="6719033" cy="258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Red dot (prediction) is quite close to the blue dot (actual), indicating that the model is quite accurate in predicting the target.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7086597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588252"/>
            <a:ext cx="6465146" cy="4792571"/>
          </a:xfrm>
          <a:custGeom>
            <a:avLst/>
            <a:gdLst/>
            <a:ahLst/>
            <a:cxnLst/>
            <a:rect r="r" b="b" t="t" l="l"/>
            <a:pathLst>
              <a:path h="4792571" w="6465146">
                <a:moveTo>
                  <a:pt x="0" y="0"/>
                </a:moveTo>
                <a:lnTo>
                  <a:pt x="6465146" y="0"/>
                </a:lnTo>
                <a:lnTo>
                  <a:pt x="6465146" y="4792572"/>
                </a:lnTo>
                <a:lnTo>
                  <a:pt x="0" y="4792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EVALUASI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80547" y="2400819"/>
            <a:ext cx="8036146" cy="192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Evaluation shows the performance value of the Random Forest model is quite good in predicting with an R2 Score of 93%.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695" y="2908117"/>
            <a:ext cx="11765218" cy="174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: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https://drive.google.com/file/d/1F0eScJlePaZkQJxBNCJHhU6p3pE7LHFO/view?usp=sharing</a:t>
            </a:r>
          </a:p>
          <a:p>
            <a:pPr algn="l">
              <a:lnSpc>
                <a:spcPts val="271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SOURCE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776194" y="7602896"/>
            <a:ext cx="2483106" cy="1655404"/>
          </a:xfrm>
          <a:custGeom>
            <a:avLst/>
            <a:gdLst/>
            <a:ahLst/>
            <a:cxnLst/>
            <a:rect r="r" b="b" t="t" l="l"/>
            <a:pathLst>
              <a:path h="1655404" w="2483106">
                <a:moveTo>
                  <a:pt x="0" y="0"/>
                </a:moveTo>
                <a:lnTo>
                  <a:pt x="2483106" y="0"/>
                </a:lnTo>
                <a:lnTo>
                  <a:pt x="2483106" y="1655404"/>
                </a:lnTo>
                <a:lnTo>
                  <a:pt x="0" y="16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6" y="5505450"/>
            <a:ext cx="7862435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Contact Me for More Information!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Linkedin : </a:t>
            </a:r>
            <a:r>
              <a:rPr lang="en-US" sz="2300" u="sng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3" tooltip="http://www.linkedin.com/in/arikanwd"/>
              </a:rPr>
              <a:t>Arikanwd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DAGezbFNc6E</dc:identifier>
  <dcterms:modified xsi:type="dcterms:W3CDTF">2011-08-01T06:04:30Z</dcterms:modified>
  <cp:revision>1</cp:revision>
  <dc:title>Cream Neutral Minimalist New Business Pitch Deck Presentation</dc:title>
</cp:coreProperties>
</file>